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product, not the tech. RAAHI = "the traveller". Built today with ElevenLabs and context.dev.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human. No tool names. The one twist to land: the rule keys off where she is coming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side mirrors the real /talk page — show it live right after this slide if there 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doing this live instead: use PNR K7X2M9, then P3L8QK for the opposite verdict. Interrupt it once — the stop-and-listen lands with every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 and leave the QR up through Q&amp;A. Render may take ~30s to wake if nobody has hit it recently — open /talk yourself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irajuddeeng-Siraj-Hustle-AI-Hackathon-Dubai-Airlines-Voice-Agent/e5470b01-c19e-4e70-9801-843a2720da28/scratchpad/raah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023360" cy="3831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4960" y="182880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flight just changed.
</a:t>
            </a:r>
            <a:pPr indent="0" marL="0">
              <a:buNone/>
            </a:pPr>
            <a:r>
              <a:rPr lang="en-US" sz="4400" b="1" dirty="0">
                <a:solidFill>
                  <a:srgbClr val="B0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Raahi.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40680" y="3703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voice copilot for flight disruptions — live route restrictions, transit rules and entry requirements, spoken in seconds.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40680" y="4800600"/>
            <a:ext cx="1005840" cy="0"/>
          </a:xfrm>
          <a:prstGeom prst="line">
            <a:avLst/>
          </a:prstGeom>
          <a:noFill/>
          <a:ln w="31750">
            <a:solidFill>
              <a:srgbClr val="B99A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0680" y="4983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English · العربية · Français · 中文  — and switches mid-call.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 Voice Agents Hackathon · Dubai · 8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Amina.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flies Kampala → Dubai → London tomorrow. One rule, published this morning on a page she has never heard of, decides whether she should even leave home.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944368"/>
            <a:ext cx="457200" cy="457200"/>
          </a:xfrm>
          <a:prstGeom prst="ellipse">
            <a:avLst/>
          </a:prstGeom>
          <a:solidFill>
            <a:srgbClr val="B02526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is hidden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78992" y="4114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sits between lounge-refurbishment notices and visa small-print, on an airline help page that changes without warning.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6974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944368"/>
            <a:ext cx="457200" cy="457200"/>
          </a:xfrm>
          <a:prstGeom prst="ellipse">
            <a:avLst/>
          </a:prstGeom>
          <a:solidFill>
            <a:srgbClr val="B02526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90872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about where she’s BEEN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90872" y="4114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restriction doesn’t care that London is open. It cares that she is coming from Kampala — the part of the journey nobody thinks to check.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6974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944368"/>
            <a:ext cx="457200" cy="457200"/>
          </a:xfrm>
          <a:prstGeom prst="ellipse">
            <a:avLst/>
          </a:prstGeom>
          <a:solidFill>
            <a:srgbClr val="B0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2752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She’s not going to find it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02752" y="4114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in a queue, phone in one hand, bags in the other. Nobody reads policy prose in a terminal. So she asks Raahi instead.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E1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she needs exists. It’s just written for lawyers, on a page built for desktops, changing on its own schedule.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05840" cy="0"/>
          </a:xfrm>
          <a:prstGeom prst="line">
            <a:avLst/>
          </a:prstGeom>
          <a:noFill/>
          <a:ln w="31750">
            <a:solidFill>
              <a:srgbClr val="B99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051560"/>
            <a:ext cx="2743200" cy="5394960"/>
          </a:xfrm>
          <a:prstGeom prst="roundRect">
            <a:avLst>
              <a:gd name="adj" fmla="val 8333"/>
            </a:avLst>
          </a:prstGeom>
          <a:solidFill>
            <a:srgbClr val="FAF8F5"/>
          </a:solidFill>
          <a:ln w="19050">
            <a:solidFill>
              <a:srgbClr val="E8E2D4"/>
            </a:solidFill>
            <a:prstDash val="solid"/>
          </a:ln>
        </p:spPr>
      </p:sp>
      <p:pic>
        <p:nvPicPr>
          <p:cNvPr id="5" name="Image 0" descr="/private/tmp/claude-501/-Users-sirajuddeeng-Siraj-Hustle-AI-Hackathon-Dubai-Airlines-Voice-Agent/e5470b01-c19e-4e70-9801-843a2720da28/scratchpad/raah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463040"/>
            <a:ext cx="1737360" cy="1655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flight just changed.
</a:t>
            </a:r>
            <a:pPr algn="ctr" indent="0" marL="0">
              <a:buNone/>
            </a:pPr>
            <a:r>
              <a:rPr lang="en-US" sz="1300" b="1" dirty="0">
                <a:solidFill>
                  <a:srgbClr val="B0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Raahi.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915400" y="41605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Start a call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95360" y="4892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raahi in any phone 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app to install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1700784"/>
            <a:ext cx="146304" cy="146304"/>
          </a:xfrm>
          <a:prstGeom prst="ellipse">
            <a:avLst/>
          </a:prstGeom>
          <a:solidFill>
            <a:srgbClr val="B99A45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15910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talks. It answers.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88720" y="1956816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conversation — she can interrupt it mid-sentence, and it stops and listens. Calm voice, made for stressful moments.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2907792"/>
            <a:ext cx="146304" cy="146304"/>
          </a:xfrm>
          <a:prstGeom prst="ellipse">
            <a:avLst/>
          </a:prstGeom>
          <a:solidFill>
            <a:srgbClr val="B99A45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27980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the fine print, live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188720" y="316382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she asks, Raahi reads the airline’s own updates page, official government sites, and live aircraft positions — not a stale database.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4114800"/>
            <a:ext cx="146304" cy="146304"/>
          </a:xfrm>
          <a:prstGeom prst="ellipse">
            <a:avLst/>
          </a:prstGeom>
          <a:solidFill>
            <a:srgbClr val="B99A45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40050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booking code, whole journey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88720" y="437083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booking is K7X2M9 — should I leave for the airport?” Five checks at once: her route, her connection, her paperwork, her plane, the weather.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8680" y="5321808"/>
            <a:ext cx="146304" cy="146304"/>
          </a:xfrm>
          <a:prstGeom prst="ellipse">
            <a:avLst/>
          </a:prstGeom>
          <a:solidFill>
            <a:srgbClr val="B99A45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5212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bluffs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88720" y="55778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couldn’t check something, it says so and points her to the right desk. It will not invent good news, no matter how many times she asks.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 seconds with Raahi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exchange from today’s build — answered in about two seconds, from pages read at that moment.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6583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93392"/>
            <a:ext cx="6126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AMINA
</a:t>
            </a:r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booking reference is K seven X two M nine — should I leave for the airport?”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017520" y="2834640"/>
            <a:ext cx="8321040" cy="1234440"/>
          </a:xfrm>
          <a:prstGeom prst="roundRect">
            <a:avLst>
              <a:gd name="adj" fmla="val 8889"/>
            </a:avLst>
          </a:prstGeom>
          <a:solidFill>
            <a:srgbClr val="B02526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2907792"/>
            <a:ext cx="78638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RAAHI
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“Don’t leave for the airport yet. The UAE isn’t admitting travellers who’ve recently been in Uganda — unless you’ve been outside those countries for more than twenty-one days. If that’s you, you can travel.”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58521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279392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AMINA — interrupting mid-sentence
</a:t>
            </a:r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“— sorry, has anything changed in the last hour?”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5074920"/>
            <a:ext cx="8321040" cy="868680"/>
          </a:xfrm>
          <a:prstGeom prst="roundRect">
            <a:avLst>
              <a:gd name="adj" fmla="val 12632"/>
            </a:avLst>
          </a:prstGeom>
          <a:solidFill>
            <a:srgbClr val="B02526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5148072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RAAHI
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“Nothing has changed — that advisory still stands, last movement was this morning. I’m watching the page; ask me again any time.”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1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question with her friend’s booking from Mumbai: “You’re clear — safe travels.”  Nothing is scripted; the answer follows the journey.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0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Raahi right now.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23774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Scan, allow the microphone, and ask about your own journey 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3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English, Arabic, French or Chinese.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it:
</a:t>
            </a:r>
            <a:pPr indent="0" marL="0">
              <a:buNone/>
            </a:pPr>
            <a:r>
              <a:rPr lang="en-US" sz="1600" dirty="0">
                <a:solidFill>
                  <a:srgbClr val="F3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“Should I leave for the airport?”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3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connect through Dubai from Kinshasa?”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3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 I need to enter the UK?”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3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is EK 305 right now?”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760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irops-copilot-backend.onrender.com/talk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46720" y="14630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</p:sp>
      <p:pic>
        <p:nvPicPr>
          <p:cNvPr id="7" name="Image 0" descr="/Users/sirajuddeeng/Siraj-Hustle/AI-Hackathon-Dubai/Airlines-Voice-Agent/docs/assets/raahi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783080"/>
            <a:ext cx="274320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your camera here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0" y="5989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RAAHI · your way forward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2026-08-08T12:57:46Z</dcterms:created>
  <dcterms:modified xsi:type="dcterms:W3CDTF">2026-08-08T12:57:46Z</dcterms:modified>
</cp:coreProperties>
</file>