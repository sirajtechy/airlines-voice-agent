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RAAHI — voice-first IROPS copilot. 12 webhook tools + 2 MCP tools, live web data via context.dev, deployed on Render. All numbers verified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pain: prose on a page, changes hourly, unreadable in a terminal. Why voice: hands full, eyes on the departure board. The restriction keys off origin — the leg nobody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Freshness pills are the literal source field values the code returns. The agent’s spoken phrasing is bound to them: live = fact, cache = "as of the last update", none = "I could not verify".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top to bottom — that is the direction data flows. Two rules at every boundary: failure flows down gracefully never up loudly, and honesty travels in-band via the source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labelled stub is the PNR store. Everything in the checks array is live. Polling tells you what a page says; a monitor tells you it changed — different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answer to "what was hard". Q6 of the video maps directly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scores overclaiming against you. Our answer: the honesty is in the wire protocol — judges can curl any tool and read the source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layout: RAAHI call left, real Emirates advisory in a second tab. Name the data flow out loud once: Emirates advisory + gov.uk + ADS-B + METAR through context.dev.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 free tier sleeps — a cold start mid-demo is 30 seconds of dead air. Warm everything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QR — invite the room to scan and try it while questions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BUID VOICE AGENTS HACKATHON · DUBAI · 8 AUG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agent that reads the advisory page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passenger doesn’t have 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ElevenLabs Conversational Agent  ·  context.dev live web data  ·  Node/Express on Render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12+2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+ MCP 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50/50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786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~0.7s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074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scrape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362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brief ×5 checks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650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500s ever sent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84080" y="44805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4590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893808" y="51755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mid-call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measured from the repo — not aspirational.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that decides her next hour is two sentences of prose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passenger flying Kampala → Dubai → London asks one question: “am I going to get there?”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UAE will not allow entry to travellers who have recently been in the Democratic Republic of Congo, Uganda, or South Sudan — unless the traveller has been outside of these countries for more than 21 days.”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502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entry and transit restrictions apply to all travellers, even those arriving by indirect routings.”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emirates.com/help/travel-updates, live as of 8 Aug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2272E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285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6144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lounge refurbishments and Schengen biometrics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516636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2272E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5285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56144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warning — no API, only a page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516636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22272E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5285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Origin-keyed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0" y="56144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blocks where she has BEEN, not where she is going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tools, 3 surfaces — each labels its own freshness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journey_brief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09160" y="14630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PNR → five live checks in parallel → headline + next 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0" y="149961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149230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×5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transit_rules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9160" y="183794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connect through Dubai — checked on BOTH ends of the journey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0" y="18745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0" y="1867205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disruption_status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2128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suspended or entry-restricted, until when, open-ended or dated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24942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242109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25877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entry_requirements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5877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Entry/Exit System, UK ETA, eVisas — from gov.uk / europa.eu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15600" y="262432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0" y="2617013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29626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travel_intel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29626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questions via search over allowlisted official domains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15600" y="299923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2991917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3375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recent_changes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33375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advisory ITSELF changed — pushed by context.dev Monitors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0" y="337413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0" y="33668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7124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weather_ops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37124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METAR decoded into operational impact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15600" y="3749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3741725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40873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flight_status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4087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~330-flight route map + live ADS-B transponder fix if airborne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515600" y="41239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E8A1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0" y="4116629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" y="44622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rebooking_options / stranded_support / turnaround_brief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09160" y="44622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base, live advisory or METAR cross-check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515600" y="449884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E8A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4491533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0080" y="483717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policy_lookup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09160" y="48371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Entitlements — deliberately static; policy does not change hourly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515600" y="487375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868F9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0" y="4866437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0080" y="52120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track_aircraft · airspace_snapshot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09160" y="521208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MCP server on the same backend — live ADS-B positions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15600" y="524865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5181C"/>
          </a:solidFill>
          <a:ln w="12700">
            <a:solidFill>
              <a:srgbClr val="5CB58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0" y="524134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· LIVE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0080" y="5660136"/>
            <a:ext cx="10927080" cy="0"/>
          </a:xfrm>
          <a:prstGeom prst="line">
            <a:avLst/>
          </a:prstGeom>
          <a:noFill/>
          <a:ln w="9525">
            <a:solidFill>
              <a:srgbClr val="2C32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7515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Surfaces:  </a:t>
            </a:r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/talk bilingual EN/AR mobile page (no install)   ·   /qr projectable code   ·   phone-style call with barge-in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one direction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27080" cy="804672"/>
          </a:xfrm>
          <a:prstGeom prst="roundRect">
            <a:avLst>
              <a:gd name="adj" fmla="val 681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53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CALLER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stressed passenger in a terminal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44475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3 languages; ASR keyword-boost keeps callsigns and place names intact on a noisy 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speech, barge-in enabled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27080" cy="804672"/>
          </a:xfrm>
          <a:prstGeom prst="roundRect">
            <a:avLst>
              <a:gd name="adj" fmla="val 681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ELEVENLABS — RAAHI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770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→ Claude Sonnet (temp 0) → TTS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0" y="249631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Barge-in, language switching, tool choice. Prompt laws: never stall · never invent an all-clear · never soften under pressure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322783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12 webhook tools · POST /tools/*  +  MCP JSON-RPC /mcp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10927080" cy="804672"/>
          </a:xfrm>
          <a:prstGeom prst="roundRect">
            <a:avLst>
              <a:gd name="adj" fmla="val 681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EXPRESS BACKEND — Render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3822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15s budget &amp; the never-500 guarantee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354787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handlers in safe() · native MCP endpoint · HMAC-verified Monitor webhooks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pure function calls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927080" cy="804672"/>
          </a:xfrm>
          <a:prstGeom prst="roundRect">
            <a:avLst>
              <a:gd name="adj" fmla="val 681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08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INTELLIGENCE — pure functions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873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→ decisions, microsecond-fast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0" y="459943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advisory.js two-sided match · liveSources.js routing · changes.js ring buffer · adsb.js callsigns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533095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live → cache → static → apology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27080" cy="804672"/>
          </a:xfrm>
          <a:prstGeom prst="roundRect">
            <a:avLst>
              <a:gd name="adj" fmla="val 681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0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OUTSIDE WORLD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9253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context.dev scrape · search · Monitors  +  adsb.lol · aviationweather.gov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0" y="565099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degrades: live → cache → static → spoken apology (still HTTP 200)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FLAGSHIP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“Should I leave for the airport?” — answered in ~2 seconds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22272E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  </a:t>
            </a:r>
            <a:pPr indent="0" marL="0">
              <a:buNone/>
            </a:pPr>
            <a:r>
              <a:rPr lang="en-US" sz="1400" i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booking reference is K seven X two M nine — should I leave for the airport?”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journey_brief fans out five live checks in parallel — one coalesced advisory scrape feeds three parsers: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26080"/>
            <a:ext cx="146304" cy="146304"/>
          </a:xfrm>
          <a:prstGeom prst="ellipse">
            <a:avLst/>
          </a:prstGeom>
          <a:solidFill>
            <a:srgbClr val="DB857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origin-side match: Uganda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71216" y="27889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2926080"/>
            <a:ext cx="146304" cy="146304"/>
          </a:xfrm>
          <a:prstGeom prst="ellipse">
            <a:avLst/>
          </a:prstGeom>
          <a:solidFill>
            <a:srgbClr val="5CB585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disruption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35808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check: London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02352" y="27889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2926080"/>
            <a:ext cx="146304" cy="146304"/>
          </a:xfrm>
          <a:prstGeom prst="ellipse">
            <a:avLst/>
          </a:prstGeom>
          <a:solidFill>
            <a:srgbClr val="5CB585"/>
          </a:solidFill>
          <a:ln/>
        </p:spPr>
      </p:sp>
      <p:sp>
        <p:nvSpPr>
          <p:cNvPr id="17" name="Text 15"/>
          <p:cNvSpPr/>
          <p:nvPr/>
        </p:nvSpPr>
        <p:spPr>
          <a:xfrm>
            <a:off x="5504688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paperwork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66944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ETA via gov.uk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33488" y="27889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926080"/>
            <a:ext cx="146304" cy="146304"/>
          </a:xfrm>
          <a:prstGeom prst="ellipse">
            <a:avLst/>
          </a:prstGeom>
          <a:solidFill>
            <a:srgbClr val="5CB585"/>
          </a:solidFill>
          <a:ln/>
        </p:spPr>
      </p:sp>
      <p:sp>
        <p:nvSpPr>
          <p:cNvPr id="21" name="Text 19"/>
          <p:cNvSpPr/>
          <p:nvPr/>
        </p:nvSpPr>
        <p:spPr>
          <a:xfrm>
            <a:off x="7735824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aircraft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ADS-B transponder fix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64624" y="27889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29216" y="2926080"/>
            <a:ext cx="146304" cy="146304"/>
          </a:xfrm>
          <a:prstGeom prst="ellipse">
            <a:avLst/>
          </a:prstGeom>
          <a:solidFill>
            <a:srgbClr val="5CB585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 weather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29216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METAR OMDB live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precedence collapse:  refused-at-gate  &gt;  closed destination  &gt;  paperwork   →   clear_to_travel: false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434840"/>
            <a:ext cx="0" cy="1051560"/>
          </a:xfrm>
          <a:prstGeom prst="line">
            <a:avLst/>
          </a:prstGeom>
          <a:noFill/>
          <a:ln w="38100">
            <a:solidFill>
              <a:srgbClr val="5CB5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RAAHI, ~2s LATER
</a:t>
            </a:r>
            <a:pPr indent="0" marL="0">
              <a:buNone/>
            </a:pPr>
            <a:r>
              <a:rPr lang="en-US" sz="1350" i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leave for the airport yet — the UAE is not admitting travellers who’ve recently been in Uganda… unless you’ve been outside those countries for more than twenty-one days. If that’s you, you can travel.”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57150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</a:t>
            </a:r>
            <a:pPr indent="0" marL="0">
              <a:buNone/>
            </a:pPr>
            <a:r>
              <a:rPr lang="en-US" sz="12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“Has anything changed in the last hour?” → a context.dev Monitor re-reads the page every 15 min and pushes signed diffs — RAAHI answers “that changed eleven minutes ago” and means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WHY THIS ISN’T A KEYWORD MATCH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calls that broke the naive build — each pinned by a test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ORIGIN-SIDE MATCHING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Restrictions key off where you’ve BEEN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Destination-only checking tells the Kampala→London passenger she’s fine. She is not — the restriction applies to indirect routings. We match both ends of the journey.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SENTENCE WINDOWS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qualifier lives in the NEXT sentence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has been extended”, “until further notice” sit beside the sentence naming the route. Every match reads one sentence either side, or it misses the scope.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EFFECTIVE-FROM ≠ UNTIL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 that is not an end 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“Effective 6 June 2026 (until further notice)” contains a date — a naive extractor says the restriction lifted in June. We return open_ended: true, end date null.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ALIAS RESOLUTION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say “Kampala”; the page says “Uganda”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/ Congo / Kampala / Juba resolved across city, IATA, ICAO and country variants. A misheard name must fail loudly — never return a wrong all-clear.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tests — 26 of them pin the parser against verbatim advisory page text. A regression in prose handling fails the build, not the demo.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HONESTY AS AN ENGINEERING PROPERTY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flows down gracefully — never up loudly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12848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15184" y="160020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600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87952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90288" y="160020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00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392" y="16002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00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8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spoken apology · still HTTP 200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tool call is a voice agent going silent mid-sentence — so no endpoint ever returns a 500.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field binds the agent’s phrasing — honesty travels in-band: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4290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 current fact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87368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87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087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of the last update I have…”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45736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45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/ route_map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47457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schedule shows…” — never “departs at 14:30 today”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404104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04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B8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54041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could not verify — check with Emirates before you travel”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1996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laws enforce the other direction too: never invent an all-clear — an empty result is not good news; silence is never evidence of safety.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2:45 LOOM — SIX REQUIRED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film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904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72768" y="1536192"/>
            <a:ext cx="128016" cy="128016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1463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who 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773936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sentences of prose decide her next hour — RAAHI reads them at the moment you ask.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72768" y="2359152"/>
            <a:ext cx="128016" cy="128016"/>
          </a:xfrm>
          <a:prstGeom prst="ellipse">
            <a:avLst/>
          </a:prstGeom>
          <a:solidFill>
            <a:srgbClr val="5CB585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28600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B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the segment that scores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259689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K7X2M9 journey brief → switch tabs, point at the exact sentence on the real Emirates page. Then barge-in: “— where is EK seventeen right now?” (MCP, live position). Then “has the advisory changed today?” (Monitor, minutes-ago).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72768" y="3611880"/>
            <a:ext cx="128016" cy="128016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353872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live web data is essential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384962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“Would fundamentally break without it: a restriction lifted yesterday vs extended this morning produce OPPOSITE advice — and neither has an API, only a page.”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72768" y="4434840"/>
            <a:ext cx="128016" cy="128016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43616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does on its 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467258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tools unprompted · checks both ends of the journey · refuses to answer from memory · phrasing bound to freshness · 12 webhooks + native MCP · AR/HI mid-call.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2:25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72768" y="5257800"/>
            <a:ext cx="128016" cy="128016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518464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74520" y="549554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source = the airline’s own advisory prose, parsed live, checking the leg nobody checks.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72768" y="6080760"/>
            <a:ext cx="128016" cy="128016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600760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 problem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74520" y="631850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Origin-keyed restrictions, next-sentence qualifiers, effective-from ≠ until — fixed and pinned by 50 tests.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PRE-FLIGHT · 10 MINUTES BEFORE RECORDING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it, warm it, verify the premise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675120" cy="2377440"/>
          </a:xfrm>
          <a:prstGeom prst="roundRect">
            <a:avLst>
              <a:gd name="adj" fmla="val 2308"/>
            </a:avLst>
          </a:prstGeom>
          <a:solidFill>
            <a:srgbClr val="111417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wake Render + confirm the key
</a:t>
            </a:r>
            <a:pPr indent="0" marL="0">
              <a:buNone/>
            </a:pPr>
            <a:r>
              <a:rPr lang="en-US" sz="11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.../healthz
</a:t>
            </a:r>
            <a:pPr indent="0" marL="0">
              <a:buNone/>
            </a:pPr>
            <a:r>
              <a:rPr lang="en-US" sz="11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warm cache: 5–8s cold → ~0.7s
</a:t>
            </a:r>
            <a:pPr indent="0" marL="0">
              <a:buNone/>
            </a:pPr>
            <a:r>
              <a:rPr lang="en-US" sz="11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.../admin/warm
</a:t>
            </a:r>
            <a:pPr indent="0" marL="0">
              <a:buNone/>
            </a:pPr>
            <a:r>
              <a:rPr lang="en-US" sz="11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the demo premise still live?
</a:t>
            </a:r>
            <a:pPr indent="0" marL="0">
              <a:buNone/>
            </a:pPr>
            <a:r>
              <a:rPr lang="en-US" sz="11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.../tools/transit_rules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'{"origin":"Uganda",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"final_destination":"London"}'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43800" y="150876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1D2228"/>
          </a:solidFill>
          <a:ln w="9525">
            <a:solidFill>
              <a:srgbClr val="2C3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back: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"transit_allowed":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B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"source": "live"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27432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comes back allowed, the advisory was lifted — swap in whatever restriction IS current. The parser isn’t hardcoded to this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215384"/>
            <a:ext cx="182880" cy="182880"/>
          </a:xfrm>
          <a:prstGeom prst="rect">
            <a:avLst/>
          </a:prstGeom>
          <a:solidFill>
            <a:srgbClr val="15181C"/>
          </a:solidFill>
          <a:ln w="19050">
            <a:solidFill>
              <a:srgbClr val="E8A1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605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healthz: context_dev_key true · cache_entries &gt;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599432"/>
            <a:ext cx="182880" cy="182880"/>
          </a:xfrm>
          <a:prstGeom prst="rect">
            <a:avLst/>
          </a:prstGeom>
          <a:solidFill>
            <a:srgbClr val="15181C"/>
          </a:solidFill>
          <a:ln w="19050">
            <a:solidFill>
              <a:srgbClr val="E8A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44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Emirates advisory open in tab 2, scrolled to the restriction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983480"/>
            <a:ext cx="182880" cy="182880"/>
          </a:xfrm>
          <a:prstGeom prst="rect">
            <a:avLst/>
          </a:prstGeom>
          <a:solidFill>
            <a:srgbClr val="15181C"/>
          </a:solidFill>
          <a:ln w="19050">
            <a:solidFill>
              <a:srgbClr val="E8A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92861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agent re-Published after any tool edit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367528"/>
            <a:ext cx="182880" cy="182880"/>
          </a:xfrm>
          <a:prstGeom prst="rect">
            <a:avLst/>
          </a:prstGeom>
          <a:solidFill>
            <a:srgbClr val="15181C"/>
          </a:solidFill>
          <a:ln w="19050">
            <a:solidFill>
              <a:srgbClr val="E8A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3126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 “anyone with the link” · repo public · README + TECH-SPEC at root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751576"/>
            <a:ext cx="182880" cy="182880"/>
          </a:xfrm>
          <a:prstGeom prst="rect">
            <a:avLst/>
          </a:prstGeom>
          <a:solidFill>
            <a:srgbClr val="15181C"/>
          </a:solidFill>
          <a:ln w="19050">
            <a:solidFill>
              <a:srgbClr val="E8A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69671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commits inside the 08:30–14:30 GST build window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B8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camera: say “live at the moment of the question”, never “real-time”. The freshness table is the truth — judges can verify every source field.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RAAHI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speak. English, العربية, हिन्दी.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install — the agent answers in your browser.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</a:t>
            </a:r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irops-copilot-backend.onrender.com
</a:t>
            </a:r>
            <a:pPr indent="0" marL="0">
              <a:buNone/>
            </a:pPr>
            <a:r>
              <a:rPr lang="en-US" sz="12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   </a:t>
            </a:r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github.com/sirajtechy/irops-copilot-backend
</a:t>
            </a:r>
            <a:pPr indent="0" marL="0">
              <a:buNone/>
            </a:pPr>
            <a:r>
              <a:rPr lang="en-US" sz="125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    </a:t>
            </a:r>
            <a:pPr indent="0" marL="0">
              <a:buNone/>
            </a:pPr>
            <a:r>
              <a:rPr lang="en-US" sz="1250" dirty="0">
                <a:solidFill>
                  <a:srgbClr val="AEB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ElevenLabs · context.dev · Node/Express · Render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BUiD Voice Agents Hackathon · Dubai · 8 August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73736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2C3238"/>
            </a:solidFill>
            <a:prstDash val="solid"/>
          </a:ln>
        </p:spPr>
      </p:sp>
      <p:pic>
        <p:nvPicPr>
          <p:cNvPr id="7" name="Image 0" descr="/Users/sirajuddeeng/Siraj-Hustle/AI-Hackathon-Dubai/Airlines-Voice-Agent/docs/assets/raahi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92024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/talk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2026-08-08T09:42:44Z</dcterms:created>
  <dcterms:modified xsi:type="dcterms:W3CDTF">2026-08-08T09:42:44Z</dcterms:modified>
</cp:coreProperties>
</file>